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Узбекистан — страна на перекрёстке древних торговых путей, с четырьмя городами-музеями и 7 объектами Всемирного наследия ЮНЕСКО.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Страна расположена между Амударьёй и Сырдарьёй. Административно: 12 областей, Республика Каракалпакстан и город Ташкент.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 Узбекистана — это история Согдианы, Хорезма, Бактрии, арабского халифата, Саманидов, Тимуридов и трёх ханств.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объекты внесены в 1990-е, последние — в 2023 году в составе трансграничных номинаций Шёлкового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Регистан формировался более двух столетий. Каждое медресе строил свой правитель, но ансамбль воспринимается как единое целое.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Самарканд — второй по величине город страны, основан около VIII века до н. э. От Ташкента — 2 часа на скоростном поезде.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Бухаре стоит остановиться минимум на 2 дня: старый город удобно обходить пешком.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Хива — самый дальний из трёх городов (около 450 км от Бухары). Между Бухарой и Хивой ходят поезда и такси через пустыню Кызылкум.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Шахрисабз находится в 90 км от Самарканда через горный перевал. Ферганская долина — восточная часть страны, 4-5 часов от Ташкента.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Ташкент был почти полностью перестроен после землетрясения 1966 года, поэтому в нём соседствуют старый город и широкие советские проспекты.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Более 4/5 территории — равнины и пустыни, но на востоке начинаются отроги Тянь-Шаня и Памиро-Алая с вершинами свыше 4000 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Кухня основана на баранине, рисе, овощах и хлебе из тандыра. Обед в кафе обычно очень доступен по цене.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Ремёсла — важная часть туристического опыта: мастерские открыты для посещения, можно попробовать сделать что-то своими руками.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Уточняйте визовые правила перед поездкой: условия периодически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Завершение: приглашение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966960" y="13716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4864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78440" y="54864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074920"/>
            <a:ext cx="17373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182880" y="5074920"/>
            <a:ext cx="17373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5166360"/>
            <a:ext cx="457200" cy="457200"/>
          </a:xfrm>
          <a:prstGeom prst="rect">
            <a:avLst/>
          </a:prstGeom>
          <a:solidFill>
            <a:srgbClr val="B5533C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10149840" y="5166360"/>
            <a:ext cx="457200" cy="457200"/>
          </a:xfrm>
          <a:prstGeom prst="rect">
            <a:avLst/>
          </a:prstGeom>
          <a:solidFill>
            <a:srgbClr val="B5533C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905256"/>
            <a:ext cx="292608" cy="292608"/>
          </a:xfrm>
          <a:prstGeom prst="rect">
            <a:avLst/>
          </a:prstGeom>
          <a:solidFill>
            <a:srgbClr val="D4A029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722376" y="905256"/>
            <a:ext cx="292608" cy="292608"/>
          </a:xfrm>
          <a:prstGeom prst="rect">
            <a:avLst/>
          </a:prstGeom>
          <a:solidFill>
            <a:srgbClr val="D4A029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АЗИЯ  ·  ВЕЛИКИЙ ШЁЛКОВЫЙ ПУТЬ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УЗБЕКИСТАН</a:t>
            </a:r>
            <a:endParaRPr lang="en-US" sz="7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Достопримечательности, главные туристические места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всё, что стоит знать о стране бирюзовых куполов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453896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029200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Самарканд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95144" y="5029200"/>
            <a:ext cx="1097280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50292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Бухара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93592" y="5029200"/>
            <a:ext cx="859536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50292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Хива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54296" y="5029200"/>
            <a:ext cx="1216152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502920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 isInverted="0" isContent="1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 СО СТРАНОЙ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 сведения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96614" y="176936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3696614" y="176936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32688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и крупнейший город (~3 млн жителей)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25233" y="176936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7425233" y="176936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61306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37 млн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661306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— самое многочисленное в Центральной Азии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153851" y="1769364"/>
            <a:ext cx="155448" cy="155448"/>
          </a:xfrm>
          <a:prstGeom prst="rect">
            <a:avLst/>
          </a:prstGeom>
          <a:solidFill>
            <a:srgbClr val="D4A029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11153851" y="1769364"/>
            <a:ext cx="155448" cy="155448"/>
          </a:xfrm>
          <a:prstGeom prst="rect">
            <a:avLst/>
          </a:prstGeom>
          <a:solidFill>
            <a:srgbClr val="D4A02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448 978 км²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389925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территории страны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6614" y="3461004"/>
            <a:ext cx="155448" cy="155448"/>
          </a:xfrm>
          <a:prstGeom prst="rect">
            <a:avLst/>
          </a:prstGeom>
          <a:solidFill>
            <a:srgbClr val="B5533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3696614" y="3461004"/>
            <a:ext cx="155448" cy="155448"/>
          </a:xfrm>
          <a:prstGeom prst="rect">
            <a:avLst/>
          </a:prstGeom>
          <a:solidFill>
            <a:srgbClr val="B5533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Узбекский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32688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Государственный язык; русский широко используется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25233" y="346100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7425233" y="346100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1306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 (UZS)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4661306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Национальная валюта, введена в 1994 году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153851" y="346100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11153851" y="346100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389925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объектов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8389925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 в список Всемирного наследия ЮНЕСКО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02920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E2A47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50292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факт: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 — одна из двух стран мира (наряду с Лихтенштейном), которая дважды не имеет выхода к морю: её соседи тоже не имеют морских границ. Граничит с Казахстаном, Кыргызстаном, Таджикистаном, Афганистаном и Туркменистаном.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ДВУХ ТЫСЯЧ ЛЕТ ИСТОРИИ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вехи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92224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B5533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92224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в.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н.э.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Мараканда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Македонский покоряет Согдиану. Самарканд — ровесник Рима и Афин.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8728" y="1536192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7328" y="1792224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6507328" y="1792224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IX–XII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96048" y="1737360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Золотой век науки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Аль-Хорезми (алгебра и алгоритм), Ибн Сина, Аль-Бируни — уроженцы этих земель.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364992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5A6B7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64992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7400" y="3310128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Нашествие Чингисхана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Монголы разрушают цветущие города Мавераннахра.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78728" y="3108960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7328" y="3364992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D4A029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3364992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1370–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96048" y="3310128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Империя Тимуридов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Амир Темур делает Самарканд столицей; при Улугбеке — расцвет астрономии.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0080" y="4681728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937760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2A9D9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XVI–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 вв.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57400" y="4882896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ханств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Бухарский эмират, Хивинское и Кокандское ханства — время великих караванов.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278728" y="4681728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07328" y="4937760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B5533C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4937760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96048" y="4882896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Независимость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сентября 1991 года провозглашена Республика Узбекистан.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ferris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ВСЕМИРНОЕ НАСЛЕДИЕ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объектов ЮНЕСКО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3044952" y="5212080"/>
            <a:ext cx="8229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044952" y="5212080"/>
            <a:ext cx="8229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объектов Всемирного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наследия ЮНЕСКО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объекта — памятники древних городов, три — природные и трансграничные. По числу сохранившихся памятников исламской архитектуры страна входит в число мировых лидеров.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536192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67335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733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153619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Ичан-Кала (Хива)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город-крепость под открытым небом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2194560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233172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331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Исторический центр Бухары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140 памятников на средневековых улицах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852928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2990088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990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852928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Исторический центр Шахрисабза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Амира Темура и дворец Ак-Сарай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3511296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364845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6484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511296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 — перекрёсток культур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Регистан, Гур-Эмир, Шахи-Зинда, Афросиаб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43400" y="4169664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26280" y="430682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306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4169664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Западный Тянь-Шань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Природный объект, общий с Казахстаном и Кыргызстаном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4828032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26280" y="496519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49651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482803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Холодные зимние пустыни Турана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экосистемы пустынь Средней Азии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43400" y="5486400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526280" y="562356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6235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548640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Шёлковый путь: Зарафшан-Каракумский коридор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 с Таджикистаном и Туркменистаном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gallery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2035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ДОСТОПРИМЕЧАТЕЛЬНОСТЬ №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Площадь Регистан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87000" y="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0287000" y="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7276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из трёх медресе в самом сердце Самарканда — символ Узбекистана и, по словам путешественников, самая красивая площадь Востока. Название означает «песчаное место»: здесь сходились шесть дорог, объявлялись указы и шумел главный базар города.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154680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Улугбека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Старейшее здание ансамбля. Внук Тимура, астроном Улугбек, сам читал здесь лекции; фасад украшен звёздным орнаментом.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08760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1417–1420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8698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1306" y="3154680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130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1306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Шердор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1306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«Обитель львов»: на портале изображены тигрольвы с солнцем на спине — редкое для ислама изображение живых существ.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37378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1619–1636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7317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9925" y="3154680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8389925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9925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Тилля-Кари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9925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«Покрытое золотом»: в мечети под золотым куполом ушло около 3 кг сусального золота на отделку интерьера.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65997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1646–1660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приходите на закат — золотая отделка порталов светится, а вечером на площади включают подсветку и проводят светомузыкальное шоу.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slow">
        <p:split orient="vert"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№ 1 ДЛЯ ТУРИСТА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Самарканд: что ещё увидеть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Гур-Эмир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Мавзолей Амира Темура (1404) с ребристым бирюзовым куполом — прообраз Тадж-Махала.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Биби-Ханым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Соборная мечеть (1399–1404) после похода Тимура в Индию — одна из крупнейших в исламском мире.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Шахи-Зинда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Улица-некрополь из 11 мавзолеев XIV–XV вв. — самый красивый изразцовый ансамбль страны.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Обсерватория Улугбека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гигантского секстанта (1420-е): здесь измерили длину года почти без ошибки.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Городище Афросиаб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Древний Самарканд до монголов и музей с согдийскими фресками VII века.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Сиабский базар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Восточный рынок у мечети Биби-Ханым: лепёшки, сухофрукты, специи, халва.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flip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СВЯЩЕННЫЙ ГОРОД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Бухара: город-музей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«Бухара-и-Шариф» — Благородная Бухара.  </a:t>
            </a:r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140 памятников на компактной территории; центр целиком внесён в список ЮНЕСКО.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8483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Пои-Калян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Минарет Калян (1127, 46 м), который пощадил Чингисхан, и медресе Мири Араб.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8698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1306" y="208483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1306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1306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Мавзолей Саманидов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1306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IX–X вв. — древнейший памятник города и шедевр кирпичной кладки.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7317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9925" y="208483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9925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Крепость Арк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9925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Цитадель эмиров с тронным залом, монетным двором и музеями.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4315968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Ляби-Хауз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Старинный пруд с чайханами в тени тутовых деревьев.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68698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1306" y="4315968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1306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1306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Чор-Минор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61306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медресе с четырьмя голубыми башенками — символ города.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7317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89925" y="4315968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35" name="Text 33"/>
          <p:cNvSpPr/>
          <p:nvPr/>
        </p:nvSpPr>
        <p:spPr>
          <a:xfrm>
            <a:off x="8389925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89925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Торговые купола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9925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Средневековые крытые базары: ювелиры, менялы, шапочники.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horz"/>
      </p:transition>
    </mc:Choice>
    <mc:Fallback>
      <p:transition spd="slow">
        <p:split orient="horz"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МУЗЕЙ ПОД ОТКРЫТЫМ НЕБОМ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Хива: крепость Ичан-Кала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3616452" y="5189220"/>
            <a:ext cx="8686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A9D9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16452" y="5189220"/>
            <a:ext cx="8686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A9D9D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Ичан-Кала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город Хивы, окружённый глинобитной стеной длиной около 2,2 км и высотой до 10 м. Первый объект Узбекистана в списке ЮНЕСКО (1990).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более 50 памятников и около 250 старых домов, где по-прежнему живут люди. Кажется, что попал в средневековую восточную сказку: почти вся застройка сохранилась в первозданном виде.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153619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1833372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4" name="Text 12"/>
          <p:cNvSpPr/>
          <p:nvPr/>
        </p:nvSpPr>
        <p:spPr>
          <a:xfrm>
            <a:off x="5175504" y="1833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79008" y="168249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Кальта-Минор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Бирюзовый «короткий минарет» (1855): по замыслу хана — самый высокий в мире, но остался недостроенным.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937760" y="272491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175504" y="3022092"/>
            <a:ext cx="457200" cy="457200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3022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79008" y="287121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Минарет Ислам-Ходжа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высокий минарет страны — 57 м. С его вершины виден весь старый город.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937760" y="391363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75504" y="4210812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79008" y="405993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Джума-мечеть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Мечеть без куполов и порталов: полумрак зала держат 213 резных деревянных колонн.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937760" y="510235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53995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17550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524865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Куня-Арк и Таш-Хаули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крепость правителей и роскошный дворец XIX века с изразцовыми айванами.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ПРЕДЕЛАМИ «БОЛЬШОЙ ТРОЙКИ»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 и Ферганская долина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272888" cy="868680"/>
          </a:xfrm>
          <a:prstGeom prst="roundRect">
            <a:avLst>
              <a:gd name="adj" fmla="val 8421"/>
            </a:avLst>
          </a:prstGeom>
          <a:solidFill>
            <a:srgbClr val="B5533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36192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Амира Темура · ЮНЕСКО с 2000 г.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2898648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724912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Ак-Сарай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«Белый дворец» Тимура: сохранились фрагменты портала высотой 38 м — когда-то он достигал 70 м.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" y="4123944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81328" y="3950208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Дорут-Тиловат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Мемориальный комплекс с мавзолеями предков Тимура и мечетью Кок-Гумбаз.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5349240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5175504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Дорус-Сиадат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Склеп, изначально построенный Тимуром как собственная усыпальница.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78728" y="1536192"/>
            <a:ext cx="5272888" cy="868680"/>
          </a:xfrm>
          <a:prstGeom prst="roundRect">
            <a:avLst>
              <a:gd name="adj" fmla="val 8421"/>
            </a:avLst>
          </a:prstGeom>
          <a:solidFill>
            <a:srgbClr val="2A9D9D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1536192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Ферганская долина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ремёсел и самый плодородный край страны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78728" y="2578608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6472" y="2898648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5" name="Text 23"/>
          <p:cNvSpPr/>
          <p:nvPr/>
        </p:nvSpPr>
        <p:spPr>
          <a:xfrm>
            <a:off x="6516472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9976" y="2724912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Коканд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Дворец Худояр-хана с 19 залами и изразцовым фасадом — резиденция последних ханов.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278728" y="3803904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16472" y="4123944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9" name="Text 27"/>
          <p:cNvSpPr/>
          <p:nvPr/>
        </p:nvSpPr>
        <p:spPr>
          <a:xfrm>
            <a:off x="6516472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19976" y="3950208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Маргилан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шёлка: фабрика «Йодгорлик», где хан-атлас ткут и красят вручную.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78728" y="5029200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6472" y="5349240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33" name="Text 31"/>
          <p:cNvSpPr/>
          <p:nvPr/>
        </p:nvSpPr>
        <p:spPr>
          <a:xfrm>
            <a:off x="651647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9976" y="5175504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Риштан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керамики: бело-голубая посуда из местной глины и природных красителей.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vortex dir="r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И ТОЧКА ВХОДА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Ташкент: древность и модерн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Хазрати Имам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Религиозный центр столицы: здесь хранится Коран Османа VII века.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Базар Чорсу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Купольный рынок старого города: специи, сухофрукты, казаны с пловом.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Кукельдаш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Памятник XVI века рядом с Чорсу — редкое здание той эпохи в городе.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Ташкентское метро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метро в Центральной Азии (1977): станции — подземные дворцы.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Площадь Независимости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Фонтаны, арка Эзгулик и мемориал Скорбящей матери в тенистых аллеях.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Современный Ташкент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Небоскрёбы Tashkent City, телебашня 375 м, лучшие рестораны страны.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 isInverted="1" isContent="1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АРХИТЕКТУРА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Природа и активный отдых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0" y="5806440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0972800" y="5806440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1847088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441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Чарвак и Чимган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035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Бирюзовое водохранилище в горах Западного Тянь-Шаня в часе езды от Ташкента; зимой рядом работают горнолыжные склоны Чимгана и Бельдерсая.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70168" y="1572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62776" y="1847088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6" name="Text 14"/>
          <p:cNvSpPr/>
          <p:nvPr/>
        </p:nvSpPr>
        <p:spPr>
          <a:xfrm>
            <a:off x="6662776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62776" y="2441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Пустыня Кызылкум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62776" y="3035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Юртовые лагеря у озера Айдаркуль, ночёвка под звёздами, прогулки на верблюдах и древние караван-сараи по дороге в Хиву.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133088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727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Аральское море и Муйнак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5321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Знаменитое «кладбище кораблей» на бывшем дне моря — самый наглядный экологический урок XX века и плато Устюрт рядом.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70168" y="3858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62776" y="4133088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6662776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62776" y="4727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Горы Нуратау и Сармышсай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2776" y="5321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Пешие маршруты, гостевые дома в горных кишлаках и ущелье с тысячами наскальных рисунков возрастом до 6000 лет.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prism isInverted="0" isContent="1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ГАСТРОНОМИЯ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Узбекская кухня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B5533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Плов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блюдо и часть национальной идентичности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2016 году культура и традиции плова внесены в Список нематериального культурного наследия ЮНЕСКО.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региона свой рецепт: ташкентский, самаркандский, бухарский, ферганский, хорезмский. Готовят в казане на открытом огне, а на праздники — на сотни гостей.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Попробовать стоит в «Центре плова» в Ташкенте — но только до обеда, вечером плов заканчивается.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66360" y="1536192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9824" y="1819656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5449824" y="1819656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88152" y="1737360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Самса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2157984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Треугольные пирожки с мясом и луком из тандыра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96148" y="1536192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9612" y="1819656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8779612" y="1819656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17940" y="1737360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Шурпа и лагман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0468" y="2157984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Наваристый суп и тянутая лапша с овощами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66360" y="3072384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9824" y="3355848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5449824" y="3355848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88152" y="3273552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Манты и димлама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694176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паровые пельмени и томлёное рагу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96148" y="3072384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9612" y="3355848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8779612" y="3355848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17940" y="3273552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70468" y="3694176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Лепёшки из тандыра — в каждом городе свой узор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4608576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449824" y="4892040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700000">
            <a:off x="5449824" y="4892040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788152" y="4809744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Сумаляк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5230368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Ритуальное блюдо из ростков пшеницы на Навруз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96148" y="4608576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779612" y="4892040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2700000">
            <a:off x="8779612" y="4892040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117940" y="4809744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Чай и сладости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770468" y="5230368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чай, халва, нават, сухофрукты и орехи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2035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ТРАДИЦИИ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Ремёсла, праздники, гостеприимство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Сюзане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вышивка с солярными кругами и цветами — приданое невесты.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Керамика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Школы Риштана (бело-голубая) и Гиждувана (тёплая охра) — своя палитра у каждой.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Шёлк и хан-атлас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Икат: нити красят до ткачества, поэтому узор «размытый». Центр — Маргилан.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Навруз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марта — праздник весны: сумаляк, игры, музыка и накрытые дворы.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Чайхана и дастархан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Гостя усаживают за дастархан и первым делом подают чай в пиале.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Музыка и танец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Макомы, дойра и карнай, хорезмский танец лазги — наследие ЮНЕСКО.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ferris dir="l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ЗНАТЬ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и советы путешественнику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Классический маршрут на 8–10 дней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дня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93203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04683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2A9D9D"/>
          </a:solidFill>
          <a:ln/>
        </p:spPr>
      </p:sp>
      <p:sp>
        <p:nvSpPr>
          <p:cNvPr id="12" name="Text 10"/>
          <p:cNvSpPr/>
          <p:nvPr/>
        </p:nvSpPr>
        <p:spPr>
          <a:xfrm>
            <a:off x="2904683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дня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7806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69286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5169286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день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22409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33889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2A9D9D"/>
          </a:solidFill>
          <a:ln/>
        </p:spPr>
      </p:sp>
      <p:sp>
        <p:nvSpPr>
          <p:cNvPr id="18" name="Text 16"/>
          <p:cNvSpPr/>
          <p:nvPr/>
        </p:nvSpPr>
        <p:spPr>
          <a:xfrm>
            <a:off x="7433889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Бухара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дня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7012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98492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9698492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Хива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дня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3374136"/>
            <a:ext cx="237744" cy="237744"/>
          </a:xfrm>
          <a:prstGeom prst="rect">
            <a:avLst/>
          </a:prstGeom>
          <a:solidFill>
            <a:srgbClr val="D4A02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932688" y="3374136"/>
            <a:ext cx="237744" cy="237744"/>
          </a:xfrm>
          <a:prstGeom prst="rect">
            <a:avLst/>
          </a:prstGeom>
          <a:solidFill>
            <a:srgbClr val="D4A029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ехать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Апрель–май и сентябрь–октябрь: тепло и цветёт. Летом бывает выше +40 °C, зимой прохладно и мало туристов.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36544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29152" y="3374136"/>
            <a:ext cx="237744" cy="237744"/>
          </a:xfrm>
          <a:prstGeom prst="rect">
            <a:avLst/>
          </a:prstGeom>
          <a:solidFill>
            <a:srgbClr val="1B6CA8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3729152" y="3374136"/>
            <a:ext cx="237744" cy="237744"/>
          </a:xfrm>
          <a:prstGeom prst="rect">
            <a:avLst/>
          </a:prstGeom>
          <a:solidFill>
            <a:srgbClr val="1B6CA8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29152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29152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граждан многих стран, включая Россию, Казахстан и большинство стран СНГ и ЕС, действует безвизовый режим.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3008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25616" y="3374136"/>
            <a:ext cx="237744" cy="237744"/>
          </a:xfrm>
          <a:prstGeom prst="rect">
            <a:avLst/>
          </a:prstGeom>
          <a:solidFill>
            <a:srgbClr val="2A9D9D">
              <a:alpha val="9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6525616" y="3374136"/>
            <a:ext cx="237744" cy="237744"/>
          </a:xfrm>
          <a:prstGeom prst="rect">
            <a:avLst/>
          </a:prstGeom>
          <a:solidFill>
            <a:srgbClr val="2A9D9D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5616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5616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Скоростные поезда «Афросиаб»: Ташкент — Самарканд около 2 ч, Ташкент — Бухара около 4 ч. Билеты берите заранее.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29471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22079" y="3374136"/>
            <a:ext cx="237744" cy="237744"/>
          </a:xfrm>
          <a:prstGeom prst="rect">
            <a:avLst/>
          </a:prstGeom>
          <a:solidFill>
            <a:srgbClr val="B5533C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9322079" y="3374136"/>
            <a:ext cx="237744" cy="237744"/>
          </a:xfrm>
          <a:prstGeom prst="rect">
            <a:avLst/>
          </a:prstGeom>
          <a:solidFill>
            <a:srgbClr val="B5533C">
              <a:alpha val="9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22079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 и связь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22079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 — сум; карты принимают в городах, но наличные нужны на базарах. Местная SIM-карта дешёвая и быстрая.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" y="55321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новость: между городами всё близко, а внутри старых центров всё обходится пешком.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gallery dir="r"/>
      </p:transition>
    </mc:Choice>
    <mc:Fallback>
      <p:transition spd="slow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6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6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6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6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04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6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6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6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6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6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6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6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6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6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13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6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6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6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6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148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6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6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6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6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6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6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6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1705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6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6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6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8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6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6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6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6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92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6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6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6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2035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6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6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6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6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214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6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6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6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6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7315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692640" y="7315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6980" y="1165860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126980" y="1165860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СТОИТ ПОЕХАТЬ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Страна, где история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ещё живёт на улицах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Наследие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города-музея и 7 объектов ЮНЕСКО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1306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Доступность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1306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Безвизовый въезд и невысокие цены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Гостеприимство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9925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из самых радушных стран Азии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slow">
        <p:split orient="vert"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2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62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2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2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2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6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6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6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6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6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6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6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6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6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6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6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6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Узбекистан — сердце Великого шёлкового пути</dc:title>
  <dc:subject>PptxGenJS Presentation</dc:subject>
  <dc:creator>Presentation</dc:creator>
  <cp:lastModifiedBy>Presentation</cp:lastModifiedBy>
  <cp:revision>1</cp:revision>
  <dcterms:created xsi:type="dcterms:W3CDTF">2026-08-11T15:01:16Z</dcterms:created>
  <dcterms:modified xsi:type="dcterms:W3CDTF">2026-08-11T15:01:16Z</dcterms:modified>
</cp:coreProperties>
</file>